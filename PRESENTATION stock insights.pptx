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9_CFA41521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7" r:id="rId2"/>
    <p:sldId id="258" r:id="rId3"/>
    <p:sldId id="259" r:id="rId4"/>
    <p:sldId id="260" r:id="rId5"/>
    <p:sldId id="261" r:id="rId6"/>
    <p:sldId id="270" r:id="rId7"/>
    <p:sldId id="262" r:id="rId8"/>
    <p:sldId id="265" r:id="rId9"/>
    <p:sldId id="266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56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5EC554A-10EA-A77E-CD1D-EA7FB9D59847}" name="John Hanok" initials="JH" userId="19ae97576b14bccc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4157"/>
    <a:srgbClr val="ADD6E4"/>
    <a:srgbClr val="4641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28D206-01B2-4C5E-B66C-B730F8BC069C}" v="22" dt="2024-04-14T21:25:19.4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78" y="62"/>
      </p:cViewPr>
      <p:guideLst>
        <p:guide orient="horz" pos="2183"/>
        <p:guide pos="35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Hanok" userId="19ae97576b14bccc" providerId="LiveId" clId="{CB28D206-01B2-4C5E-B66C-B730F8BC069C}"/>
    <pc:docChg chg="undo custSel addSld modSld sldOrd">
      <pc:chgData name="John Hanok" userId="19ae97576b14bccc" providerId="LiveId" clId="{CB28D206-01B2-4C5E-B66C-B730F8BC069C}" dt="2024-04-14T21:52:41.367" v="573" actId="20577"/>
      <pc:docMkLst>
        <pc:docMk/>
      </pc:docMkLst>
      <pc:sldChg chg="addSp delSp modSp mod">
        <pc:chgData name="John Hanok" userId="19ae97576b14bccc" providerId="LiveId" clId="{CB28D206-01B2-4C5E-B66C-B730F8BC069C}" dt="2024-04-14T21:52:41.367" v="573" actId="20577"/>
        <pc:sldMkLst>
          <pc:docMk/>
          <pc:sldMk cId="3531490665" sldId="256"/>
        </pc:sldMkLst>
        <pc:spChg chg="mod">
          <ac:chgData name="John Hanok" userId="19ae97576b14bccc" providerId="LiveId" clId="{CB28D206-01B2-4C5E-B66C-B730F8BC069C}" dt="2024-04-14T21:45:14.030" v="403" actId="26606"/>
          <ac:spMkLst>
            <pc:docMk/>
            <pc:sldMk cId="3531490665" sldId="256"/>
            <ac:spMk id="2" creationId="{C18FE76A-518F-8880-C089-861DAA42703B}"/>
          </ac:spMkLst>
        </pc:spChg>
        <pc:spChg chg="mod">
          <ac:chgData name="John Hanok" userId="19ae97576b14bccc" providerId="LiveId" clId="{CB28D206-01B2-4C5E-B66C-B730F8BC069C}" dt="2024-04-14T21:52:41.367" v="573" actId="20577"/>
          <ac:spMkLst>
            <pc:docMk/>
            <pc:sldMk cId="3531490665" sldId="256"/>
            <ac:spMk id="3" creationId="{4B84BF5C-D8D4-F61B-A74A-A438AD6221DB}"/>
          </ac:spMkLst>
        </pc:spChg>
        <pc:spChg chg="del">
          <ac:chgData name="John Hanok" userId="19ae97576b14bccc" providerId="LiveId" clId="{CB28D206-01B2-4C5E-B66C-B730F8BC069C}" dt="2024-04-14T21:45:14.030" v="403" actId="26606"/>
          <ac:spMkLst>
            <pc:docMk/>
            <pc:sldMk cId="3531490665" sldId="256"/>
            <ac:spMk id="25" creationId="{0BABF38A-8A0D-492E-BD20-6CF4D46B50BD}"/>
          </ac:spMkLst>
        </pc:spChg>
        <pc:spChg chg="del">
          <ac:chgData name="John Hanok" userId="19ae97576b14bccc" providerId="LiveId" clId="{CB28D206-01B2-4C5E-B66C-B730F8BC069C}" dt="2024-04-14T21:45:14.030" v="403" actId="26606"/>
          <ac:spMkLst>
            <pc:docMk/>
            <pc:sldMk cId="3531490665" sldId="256"/>
            <ac:spMk id="29" creationId="{4AB8125F-0FD8-48CD-9F43-73E5494EA774}"/>
          </ac:spMkLst>
        </pc:spChg>
        <pc:spChg chg="del">
          <ac:chgData name="John Hanok" userId="19ae97576b14bccc" providerId="LiveId" clId="{CB28D206-01B2-4C5E-B66C-B730F8BC069C}" dt="2024-04-14T21:45:14.030" v="403" actId="26606"/>
          <ac:spMkLst>
            <pc:docMk/>
            <pc:sldMk cId="3531490665" sldId="256"/>
            <ac:spMk id="31" creationId="{0019DD6C-5899-4C07-864B-EB0A7D104ACF}"/>
          </ac:spMkLst>
        </pc:spChg>
        <pc:spChg chg="del">
          <ac:chgData name="John Hanok" userId="19ae97576b14bccc" providerId="LiveId" clId="{CB28D206-01B2-4C5E-B66C-B730F8BC069C}" dt="2024-04-14T21:45:14.030" v="403" actId="26606"/>
          <ac:spMkLst>
            <pc:docMk/>
            <pc:sldMk cId="3531490665" sldId="256"/>
            <ac:spMk id="33" creationId="{EBDFFBC1-15BD-428E-B8AF-ECF5D1B76DEB}"/>
          </ac:spMkLst>
        </pc:spChg>
        <pc:spChg chg="del">
          <ac:chgData name="John Hanok" userId="19ae97576b14bccc" providerId="LiveId" clId="{CB28D206-01B2-4C5E-B66C-B730F8BC069C}" dt="2024-04-14T21:45:14.030" v="403" actId="26606"/>
          <ac:spMkLst>
            <pc:docMk/>
            <pc:sldMk cId="3531490665" sldId="256"/>
            <ac:spMk id="35" creationId="{EBFB3075-0323-4EB0-B1A5-776A0E709CEF}"/>
          </ac:spMkLst>
        </pc:spChg>
        <pc:spChg chg="add">
          <ac:chgData name="John Hanok" userId="19ae97576b14bccc" providerId="LiveId" clId="{CB28D206-01B2-4C5E-B66C-B730F8BC069C}" dt="2024-04-14T21:45:14.030" v="403" actId="26606"/>
          <ac:spMkLst>
            <pc:docMk/>
            <pc:sldMk cId="3531490665" sldId="256"/>
            <ac:spMk id="40" creationId="{0BABF38A-8A0D-492E-BD20-6CF4D46B50BD}"/>
          </ac:spMkLst>
        </pc:spChg>
        <pc:spChg chg="add">
          <ac:chgData name="John Hanok" userId="19ae97576b14bccc" providerId="LiveId" clId="{CB28D206-01B2-4C5E-B66C-B730F8BC069C}" dt="2024-04-14T21:45:14.030" v="403" actId="26606"/>
          <ac:spMkLst>
            <pc:docMk/>
            <pc:sldMk cId="3531490665" sldId="256"/>
            <ac:spMk id="44" creationId="{4AB8125F-0FD8-48CD-9F43-73E5494EA774}"/>
          </ac:spMkLst>
        </pc:spChg>
        <pc:spChg chg="add">
          <ac:chgData name="John Hanok" userId="19ae97576b14bccc" providerId="LiveId" clId="{CB28D206-01B2-4C5E-B66C-B730F8BC069C}" dt="2024-04-14T21:45:14.030" v="403" actId="26606"/>
          <ac:spMkLst>
            <pc:docMk/>
            <pc:sldMk cId="3531490665" sldId="256"/>
            <ac:spMk id="46" creationId="{0019DD6C-5899-4C07-864B-EB0A7D104ACF}"/>
          </ac:spMkLst>
        </pc:spChg>
        <pc:spChg chg="add">
          <ac:chgData name="John Hanok" userId="19ae97576b14bccc" providerId="LiveId" clId="{CB28D206-01B2-4C5E-B66C-B730F8BC069C}" dt="2024-04-14T21:45:14.030" v="403" actId="26606"/>
          <ac:spMkLst>
            <pc:docMk/>
            <pc:sldMk cId="3531490665" sldId="256"/>
            <ac:spMk id="48" creationId="{EBDFFBC1-15BD-428E-B8AF-ECF5D1B76DEB}"/>
          </ac:spMkLst>
        </pc:spChg>
        <pc:spChg chg="add">
          <ac:chgData name="John Hanok" userId="19ae97576b14bccc" providerId="LiveId" clId="{CB28D206-01B2-4C5E-B66C-B730F8BC069C}" dt="2024-04-14T21:45:14.030" v="403" actId="26606"/>
          <ac:spMkLst>
            <pc:docMk/>
            <pc:sldMk cId="3531490665" sldId="256"/>
            <ac:spMk id="50" creationId="{EBFB3075-0323-4EB0-B1A5-776A0E709CEF}"/>
          </ac:spMkLst>
        </pc:spChg>
        <pc:picChg chg="mod ord">
          <ac:chgData name="John Hanok" userId="19ae97576b14bccc" providerId="LiveId" clId="{CB28D206-01B2-4C5E-B66C-B730F8BC069C}" dt="2024-04-14T21:45:14.030" v="403" actId="26606"/>
          <ac:picMkLst>
            <pc:docMk/>
            <pc:sldMk cId="3531490665" sldId="256"/>
            <ac:picMk id="20" creationId="{40009F06-1EAF-5DAB-6D7C-242C5EC68CB5}"/>
          </ac:picMkLst>
        </pc:picChg>
        <pc:picChg chg="del">
          <ac:chgData name="John Hanok" userId="19ae97576b14bccc" providerId="LiveId" clId="{CB28D206-01B2-4C5E-B66C-B730F8BC069C}" dt="2024-04-14T21:45:14.030" v="403" actId="26606"/>
          <ac:picMkLst>
            <pc:docMk/>
            <pc:sldMk cId="3531490665" sldId="256"/>
            <ac:picMk id="27" creationId="{1CB7E8AE-A3AC-4BB7-A5C6-F00EC697B265}"/>
          </ac:picMkLst>
        </pc:picChg>
        <pc:picChg chg="add">
          <ac:chgData name="John Hanok" userId="19ae97576b14bccc" providerId="LiveId" clId="{CB28D206-01B2-4C5E-B66C-B730F8BC069C}" dt="2024-04-14T21:45:14.030" v="403" actId="26606"/>
          <ac:picMkLst>
            <pc:docMk/>
            <pc:sldMk cId="3531490665" sldId="256"/>
            <ac:picMk id="42" creationId="{1CB7E8AE-A3AC-4BB7-A5C6-F00EC697B265}"/>
          </ac:picMkLst>
        </pc:picChg>
      </pc:sldChg>
      <pc:sldChg chg="addSp delSp modSp new mod ord">
        <pc:chgData name="John Hanok" userId="19ae97576b14bccc" providerId="LiveId" clId="{CB28D206-01B2-4C5E-B66C-B730F8BC069C}" dt="2024-04-14T21:26:12.003" v="289"/>
        <pc:sldMkLst>
          <pc:docMk/>
          <pc:sldMk cId="4003986563" sldId="270"/>
        </pc:sldMkLst>
        <pc:spChg chg="add mod">
          <ac:chgData name="John Hanok" userId="19ae97576b14bccc" providerId="LiveId" clId="{CB28D206-01B2-4C5E-B66C-B730F8BC069C}" dt="2024-04-14T21:03:14.529" v="75" actId="1076"/>
          <ac:spMkLst>
            <pc:docMk/>
            <pc:sldMk cId="4003986563" sldId="270"/>
            <ac:spMk id="2" creationId="{1824710B-9C21-AD2A-B27C-D516B0F8B960}"/>
          </ac:spMkLst>
        </pc:spChg>
        <pc:spChg chg="add mod">
          <ac:chgData name="John Hanok" userId="19ae97576b14bccc" providerId="LiveId" clId="{CB28D206-01B2-4C5E-B66C-B730F8BC069C}" dt="2024-04-14T20:58:12.813" v="48" actId="1582"/>
          <ac:spMkLst>
            <pc:docMk/>
            <pc:sldMk cId="4003986563" sldId="270"/>
            <ac:spMk id="3" creationId="{DD55DF6D-4C67-9E0C-CB8E-6C8587BF8443}"/>
          </ac:spMkLst>
        </pc:spChg>
        <pc:spChg chg="add mod">
          <ac:chgData name="John Hanok" userId="19ae97576b14bccc" providerId="LiveId" clId="{CB28D206-01B2-4C5E-B66C-B730F8BC069C}" dt="2024-04-14T20:58:17.863" v="49" actId="1582"/>
          <ac:spMkLst>
            <pc:docMk/>
            <pc:sldMk cId="4003986563" sldId="270"/>
            <ac:spMk id="4" creationId="{0C155A41-9B27-AA56-9385-FCEDE96F2ED3}"/>
          </ac:spMkLst>
        </pc:spChg>
        <pc:spChg chg="add mod">
          <ac:chgData name="John Hanok" userId="19ae97576b14bccc" providerId="LiveId" clId="{CB28D206-01B2-4C5E-B66C-B730F8BC069C}" dt="2024-04-14T21:07:28.280" v="107" actId="1076"/>
          <ac:spMkLst>
            <pc:docMk/>
            <pc:sldMk cId="4003986563" sldId="270"/>
            <ac:spMk id="5" creationId="{3E6A688E-7328-7657-BBFE-BD3F6D7C7694}"/>
          </ac:spMkLst>
        </pc:spChg>
        <pc:spChg chg="add mod">
          <ac:chgData name="John Hanok" userId="19ae97576b14bccc" providerId="LiveId" clId="{CB28D206-01B2-4C5E-B66C-B730F8BC069C}" dt="2024-04-14T20:58:29.968" v="51" actId="1582"/>
          <ac:spMkLst>
            <pc:docMk/>
            <pc:sldMk cId="4003986563" sldId="270"/>
            <ac:spMk id="6" creationId="{1EC295F3-DF85-44DB-4A34-6EF7DAA77B7B}"/>
          </ac:spMkLst>
        </pc:spChg>
        <pc:spChg chg="add mod">
          <ac:chgData name="John Hanok" userId="19ae97576b14bccc" providerId="LiveId" clId="{CB28D206-01B2-4C5E-B66C-B730F8BC069C}" dt="2024-04-14T20:58:36.142" v="52" actId="1582"/>
          <ac:spMkLst>
            <pc:docMk/>
            <pc:sldMk cId="4003986563" sldId="270"/>
            <ac:spMk id="7" creationId="{4F77DD34-BBB9-EF62-4394-72D17836C428}"/>
          </ac:spMkLst>
        </pc:spChg>
        <pc:spChg chg="add del mod">
          <ac:chgData name="John Hanok" userId="19ae97576b14bccc" providerId="LiveId" clId="{CB28D206-01B2-4C5E-B66C-B730F8BC069C}" dt="2024-04-14T20:57:03.193" v="37" actId="478"/>
          <ac:spMkLst>
            <pc:docMk/>
            <pc:sldMk cId="4003986563" sldId="270"/>
            <ac:spMk id="8" creationId="{D6FAB29B-6FAF-9A82-1151-962513A15EB2}"/>
          </ac:spMkLst>
        </pc:spChg>
        <pc:spChg chg="add del mod">
          <ac:chgData name="John Hanok" userId="19ae97576b14bccc" providerId="LiveId" clId="{CB28D206-01B2-4C5E-B66C-B730F8BC069C}" dt="2024-04-14T21:02:42.393" v="72" actId="478"/>
          <ac:spMkLst>
            <pc:docMk/>
            <pc:sldMk cId="4003986563" sldId="270"/>
            <ac:spMk id="11" creationId="{443E0F7F-9998-6F36-9724-BFDD3D3D7462}"/>
          </ac:spMkLst>
        </pc:spChg>
        <pc:spChg chg="add del mod">
          <ac:chgData name="John Hanok" userId="19ae97576b14bccc" providerId="LiveId" clId="{CB28D206-01B2-4C5E-B66C-B730F8BC069C}" dt="2024-04-14T21:02:39.751" v="71" actId="478"/>
          <ac:spMkLst>
            <pc:docMk/>
            <pc:sldMk cId="4003986563" sldId="270"/>
            <ac:spMk id="12" creationId="{EE628074-61C0-21A9-0798-A8EE1F590B12}"/>
          </ac:spMkLst>
        </pc:spChg>
        <pc:spChg chg="add del mod">
          <ac:chgData name="John Hanok" userId="19ae97576b14bccc" providerId="LiveId" clId="{CB28D206-01B2-4C5E-B66C-B730F8BC069C}" dt="2024-04-14T21:02:37.282" v="70" actId="478"/>
          <ac:spMkLst>
            <pc:docMk/>
            <pc:sldMk cId="4003986563" sldId="270"/>
            <ac:spMk id="13" creationId="{743093F3-4B11-CBA6-37AC-40F1F0858E84}"/>
          </ac:spMkLst>
        </pc:spChg>
        <pc:spChg chg="add mod">
          <ac:chgData name="John Hanok" userId="19ae97576b14bccc" providerId="LiveId" clId="{CB28D206-01B2-4C5E-B66C-B730F8BC069C}" dt="2024-04-14T21:18:37.337" v="182" actId="1076"/>
          <ac:spMkLst>
            <pc:docMk/>
            <pc:sldMk cId="4003986563" sldId="270"/>
            <ac:spMk id="53" creationId="{32CE001A-F684-8BA4-62C6-69F6391FA4F1}"/>
          </ac:spMkLst>
        </pc:spChg>
        <pc:spChg chg="add mod">
          <ac:chgData name="John Hanok" userId="19ae97576b14bccc" providerId="LiveId" clId="{CB28D206-01B2-4C5E-B66C-B730F8BC069C}" dt="2024-04-14T21:19:59.553" v="200" actId="1076"/>
          <ac:spMkLst>
            <pc:docMk/>
            <pc:sldMk cId="4003986563" sldId="270"/>
            <ac:spMk id="54" creationId="{BA764C62-0ED0-9E6A-A87F-263A04EBB02D}"/>
          </ac:spMkLst>
        </pc:spChg>
        <pc:spChg chg="add mod">
          <ac:chgData name="John Hanok" userId="19ae97576b14bccc" providerId="LiveId" clId="{CB28D206-01B2-4C5E-B66C-B730F8BC069C}" dt="2024-04-14T21:22:10.761" v="229" actId="1076"/>
          <ac:spMkLst>
            <pc:docMk/>
            <pc:sldMk cId="4003986563" sldId="270"/>
            <ac:spMk id="55" creationId="{F46F38AC-E9E5-D045-3AD5-E85FD05AC433}"/>
          </ac:spMkLst>
        </pc:spChg>
        <pc:spChg chg="add del mod">
          <ac:chgData name="John Hanok" userId="19ae97576b14bccc" providerId="LiveId" clId="{CB28D206-01B2-4C5E-B66C-B730F8BC069C}" dt="2024-04-14T21:21:55.208" v="227"/>
          <ac:spMkLst>
            <pc:docMk/>
            <pc:sldMk cId="4003986563" sldId="270"/>
            <ac:spMk id="57" creationId="{0D1E9C30-6AF4-7FED-376E-38013CA686BB}"/>
          </ac:spMkLst>
        </pc:spChg>
        <pc:spChg chg="add mod">
          <ac:chgData name="John Hanok" userId="19ae97576b14bccc" providerId="LiveId" clId="{CB28D206-01B2-4C5E-B66C-B730F8BC069C}" dt="2024-04-14T21:22:58.908" v="239" actId="1076"/>
          <ac:spMkLst>
            <pc:docMk/>
            <pc:sldMk cId="4003986563" sldId="270"/>
            <ac:spMk id="58" creationId="{9F72BB54-0E6D-D1B4-8349-FD2CB5C40A0A}"/>
          </ac:spMkLst>
        </pc:spChg>
        <pc:spChg chg="add del mod">
          <ac:chgData name="John Hanok" userId="19ae97576b14bccc" providerId="LiveId" clId="{CB28D206-01B2-4C5E-B66C-B730F8BC069C}" dt="2024-04-14T21:23:00.100" v="241"/>
          <ac:spMkLst>
            <pc:docMk/>
            <pc:sldMk cId="4003986563" sldId="270"/>
            <ac:spMk id="60" creationId="{8E6309F0-1768-ACC4-5F46-DE9510BCF690}"/>
          </ac:spMkLst>
        </pc:spChg>
        <pc:spChg chg="add mod">
          <ac:chgData name="John Hanok" userId="19ae97576b14bccc" providerId="LiveId" clId="{CB28D206-01B2-4C5E-B66C-B730F8BC069C}" dt="2024-04-14T21:24:57.987" v="265" actId="1076"/>
          <ac:spMkLst>
            <pc:docMk/>
            <pc:sldMk cId="4003986563" sldId="270"/>
            <ac:spMk id="61" creationId="{09943D8A-3F29-592A-07F2-065F11FD2ED0}"/>
          </ac:spMkLst>
        </pc:spChg>
        <pc:spChg chg="add mod">
          <ac:chgData name="John Hanok" userId="19ae97576b14bccc" providerId="LiveId" clId="{CB28D206-01B2-4C5E-B66C-B730F8BC069C}" dt="2024-04-14T21:26:03.322" v="287" actId="1076"/>
          <ac:spMkLst>
            <pc:docMk/>
            <pc:sldMk cId="4003986563" sldId="270"/>
            <ac:spMk id="62" creationId="{E32FD83E-891B-6897-C490-A63F542E3BC6}"/>
          </ac:spMkLst>
        </pc:spChg>
        <pc:picChg chg="add mod">
          <ac:chgData name="John Hanok" userId="19ae97576b14bccc" providerId="LiveId" clId="{CB28D206-01B2-4C5E-B66C-B730F8BC069C}" dt="2024-04-14T21:17:42.884" v="164" actId="1076"/>
          <ac:picMkLst>
            <pc:docMk/>
            <pc:sldMk cId="4003986563" sldId="270"/>
            <ac:picMk id="52" creationId="{97E71215-7D49-024B-32B6-074607834F0D}"/>
          </ac:picMkLst>
        </pc:picChg>
        <pc:cxnChg chg="add del mod">
          <ac:chgData name="John Hanok" userId="19ae97576b14bccc" providerId="LiveId" clId="{CB28D206-01B2-4C5E-B66C-B730F8BC069C}" dt="2024-04-14T20:59:05.452" v="56" actId="478"/>
          <ac:cxnSpMkLst>
            <pc:docMk/>
            <pc:sldMk cId="4003986563" sldId="270"/>
            <ac:cxnSpMk id="10" creationId="{21EAF71B-479F-73B6-B949-7EB09763B3E8}"/>
          </ac:cxnSpMkLst>
        </pc:cxnChg>
        <pc:cxnChg chg="add del">
          <ac:chgData name="John Hanok" userId="19ae97576b14bccc" providerId="LiveId" clId="{CB28D206-01B2-4C5E-B66C-B730F8BC069C}" dt="2024-04-14T21:03:10.548" v="74" actId="478"/>
          <ac:cxnSpMkLst>
            <pc:docMk/>
            <pc:sldMk cId="4003986563" sldId="270"/>
            <ac:cxnSpMk id="15" creationId="{7A6E7177-31C5-1D47-EC7D-F6CE047FDC28}"/>
          </ac:cxnSpMkLst>
        </pc:cxnChg>
        <pc:cxnChg chg="add mod">
          <ac:chgData name="John Hanok" userId="19ae97576b14bccc" providerId="LiveId" clId="{CB28D206-01B2-4C5E-B66C-B730F8BC069C}" dt="2024-04-14T21:13:10.332" v="146" actId="208"/>
          <ac:cxnSpMkLst>
            <pc:docMk/>
            <pc:sldMk cId="4003986563" sldId="270"/>
            <ac:cxnSpMk id="17" creationId="{03122324-FA16-6865-C26E-55E7C73448C0}"/>
          </ac:cxnSpMkLst>
        </pc:cxnChg>
        <pc:cxnChg chg="add mod">
          <ac:chgData name="John Hanok" userId="19ae97576b14bccc" providerId="LiveId" clId="{CB28D206-01B2-4C5E-B66C-B730F8BC069C}" dt="2024-04-14T21:13:16.262" v="147" actId="208"/>
          <ac:cxnSpMkLst>
            <pc:docMk/>
            <pc:sldMk cId="4003986563" sldId="270"/>
            <ac:cxnSpMk id="19" creationId="{219D5FDE-00B9-5000-7507-D3E357644FFE}"/>
          </ac:cxnSpMkLst>
        </pc:cxnChg>
        <pc:cxnChg chg="add mod">
          <ac:chgData name="John Hanok" userId="19ae97576b14bccc" providerId="LiveId" clId="{CB28D206-01B2-4C5E-B66C-B730F8BC069C}" dt="2024-04-14T21:13:21.113" v="148" actId="208"/>
          <ac:cxnSpMkLst>
            <pc:docMk/>
            <pc:sldMk cId="4003986563" sldId="270"/>
            <ac:cxnSpMk id="21" creationId="{B1D106FF-E337-A7AF-1D69-CF72F9865380}"/>
          </ac:cxnSpMkLst>
        </pc:cxnChg>
        <pc:cxnChg chg="add del">
          <ac:chgData name="John Hanok" userId="19ae97576b14bccc" providerId="LiveId" clId="{CB28D206-01B2-4C5E-B66C-B730F8BC069C}" dt="2024-04-14T21:12:40.545" v="144" actId="478"/>
          <ac:cxnSpMkLst>
            <pc:docMk/>
            <pc:sldMk cId="4003986563" sldId="270"/>
            <ac:cxnSpMk id="23" creationId="{A1B832E8-FEB3-C96B-606C-C746982806A5}"/>
          </ac:cxnSpMkLst>
        </pc:cxnChg>
        <pc:cxnChg chg="add del mod">
          <ac:chgData name="John Hanok" userId="19ae97576b14bccc" providerId="LiveId" clId="{CB28D206-01B2-4C5E-B66C-B730F8BC069C}" dt="2024-04-14T21:12:38.443" v="143" actId="478"/>
          <ac:cxnSpMkLst>
            <pc:docMk/>
            <pc:sldMk cId="4003986563" sldId="270"/>
            <ac:cxnSpMk id="24" creationId="{F89ADAE6-F2E1-5483-833F-55833A282527}"/>
          </ac:cxnSpMkLst>
        </pc:cxnChg>
        <pc:cxnChg chg="add mod">
          <ac:chgData name="John Hanok" userId="19ae97576b14bccc" providerId="LiveId" clId="{CB28D206-01B2-4C5E-B66C-B730F8BC069C}" dt="2024-04-14T21:14:45.722" v="155" actId="208"/>
          <ac:cxnSpMkLst>
            <pc:docMk/>
            <pc:sldMk cId="4003986563" sldId="270"/>
            <ac:cxnSpMk id="25" creationId="{C531F167-797E-BA79-70CC-2837C25596BA}"/>
          </ac:cxnSpMkLst>
        </pc:cxnChg>
        <pc:cxnChg chg="add mod">
          <ac:chgData name="John Hanok" userId="19ae97576b14bccc" providerId="LiveId" clId="{CB28D206-01B2-4C5E-B66C-B730F8BC069C}" dt="2024-04-14T21:14:58.927" v="157" actId="208"/>
          <ac:cxnSpMkLst>
            <pc:docMk/>
            <pc:sldMk cId="4003986563" sldId="270"/>
            <ac:cxnSpMk id="26" creationId="{C7E2C5F3-FD04-57E3-784C-40D9EABC2C45}"/>
          </ac:cxnSpMkLst>
        </pc:cxnChg>
        <pc:cxnChg chg="add mod">
          <ac:chgData name="John Hanok" userId="19ae97576b14bccc" providerId="LiveId" clId="{CB28D206-01B2-4C5E-B66C-B730F8BC069C}" dt="2024-04-14T21:13:30.334" v="150" actId="208"/>
          <ac:cxnSpMkLst>
            <pc:docMk/>
            <pc:sldMk cId="4003986563" sldId="270"/>
            <ac:cxnSpMk id="27" creationId="{DC1F8BB5-23C6-2118-1106-3A3659587EAA}"/>
          </ac:cxnSpMkLst>
        </pc:cxnChg>
        <pc:cxnChg chg="add mod">
          <ac:chgData name="John Hanok" userId="19ae97576b14bccc" providerId="LiveId" clId="{CB28D206-01B2-4C5E-B66C-B730F8BC069C}" dt="2024-04-14T21:13:25.505" v="149" actId="208"/>
          <ac:cxnSpMkLst>
            <pc:docMk/>
            <pc:sldMk cId="4003986563" sldId="270"/>
            <ac:cxnSpMk id="28" creationId="{EA8579DD-7EC9-E600-B2C6-C5D9D865BC20}"/>
          </ac:cxnSpMkLst>
        </pc:cxnChg>
        <pc:cxnChg chg="add mod">
          <ac:chgData name="John Hanok" userId="19ae97576b14bccc" providerId="LiveId" clId="{CB28D206-01B2-4C5E-B66C-B730F8BC069C}" dt="2024-04-14T21:13:35.999" v="151" actId="208"/>
          <ac:cxnSpMkLst>
            <pc:docMk/>
            <pc:sldMk cId="4003986563" sldId="270"/>
            <ac:cxnSpMk id="33" creationId="{52BCD6E9-0514-E827-9A7D-85FC84328F94}"/>
          </ac:cxnSpMkLst>
        </pc:cxnChg>
        <pc:cxnChg chg="add mod">
          <ac:chgData name="John Hanok" userId="19ae97576b14bccc" providerId="LiveId" clId="{CB28D206-01B2-4C5E-B66C-B730F8BC069C}" dt="2024-04-14T21:13:50.297" v="152" actId="208"/>
          <ac:cxnSpMkLst>
            <pc:docMk/>
            <pc:sldMk cId="4003986563" sldId="270"/>
            <ac:cxnSpMk id="35" creationId="{1FE13253-3733-9E12-4988-4022EEE9A742}"/>
          </ac:cxnSpMkLst>
        </pc:cxnChg>
        <pc:cxnChg chg="add mod">
          <ac:chgData name="John Hanok" userId="19ae97576b14bccc" providerId="LiveId" clId="{CB28D206-01B2-4C5E-B66C-B730F8BC069C}" dt="2024-04-14T21:14:53.893" v="156" actId="208"/>
          <ac:cxnSpMkLst>
            <pc:docMk/>
            <pc:sldMk cId="4003986563" sldId="270"/>
            <ac:cxnSpMk id="36" creationId="{8F958FEA-4D6C-1137-B373-064EA3F2906F}"/>
          </ac:cxnSpMkLst>
        </pc:cxnChg>
        <pc:cxnChg chg="add mod">
          <ac:chgData name="John Hanok" userId="19ae97576b14bccc" providerId="LiveId" clId="{CB28D206-01B2-4C5E-B66C-B730F8BC069C}" dt="2024-04-14T21:13:54.687" v="153" actId="208"/>
          <ac:cxnSpMkLst>
            <pc:docMk/>
            <pc:sldMk cId="4003986563" sldId="270"/>
            <ac:cxnSpMk id="39" creationId="{4E775793-D5AC-98BD-794D-53274C4FF57D}"/>
          </ac:cxnSpMkLst>
        </pc:cxnChg>
        <pc:cxnChg chg="add del mod">
          <ac:chgData name="John Hanok" userId="19ae97576b14bccc" providerId="LiveId" clId="{CB28D206-01B2-4C5E-B66C-B730F8BC069C}" dt="2024-04-14T21:12:35.023" v="142" actId="478"/>
          <ac:cxnSpMkLst>
            <pc:docMk/>
            <pc:sldMk cId="4003986563" sldId="270"/>
            <ac:cxnSpMk id="40" creationId="{A34AAF3B-673C-5137-AADA-40C86C7B159D}"/>
          </ac:cxnSpMkLst>
        </pc:cxnChg>
      </pc:sldChg>
    </pc:docChg>
  </pc:docChgLst>
</pc:chgInfo>
</file>

<file path=ppt/comments/modernComment_109_CFA4152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858B840-24DF-4505-BB30-7CAC04EA8157}" authorId="{25EC554A-10EA-A77E-CD1D-EA7FB9D59847}" created="2024-04-14T20:03:48.273">
    <pc:sldMkLst xmlns:pc="http://schemas.microsoft.com/office/powerpoint/2013/main/command">
      <pc:docMk/>
      <pc:sldMk cId="3483637025" sldId="265"/>
    </pc:sldMkLst>
    <p188:txBody>
      <a:bodyPr/>
      <a:lstStyle/>
      <a:p>
        <a:r>
          <a:rPr lang="en-CA"/>
          <a:t>OUTPUT OF CODE
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F9204-3F29-4C3A-BA41-3063400202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3393CD-7262-4AC7-80E6-52FE6F3F3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0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430AE-0210-4E82-AD7B-41B112DE7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A6662E-FAF4-44BC-88B5-85A7CBFB6D30}" type="datetime1">
              <a:rPr lang="en-US" smtClean="0"/>
              <a:pPr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21974-7DEC-459D-9642-CB5B59C82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31837-C94E-4B5B-BCF0-110C69EDB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664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CC1FC-ADE8-488C-A1DA-2FD569FD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02842-38C3-46D6-8527-0F6FE623C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64CF5-F681-40C2-88CC-E02206C9C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12/29/2025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04753-4FE4-4A6F-99BB-CFFC92E0C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569D1-DB13-4BD9-8BA9-0DEAD98F8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371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20B05-7BF6-4073-9106-FA19E9727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EE8D7-6B58-4A3F-9DD5-E563D5192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2990E-9F0A-446A-B5B8-459CA8D98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17D9E-721A-44BB-8863-9873FE64DA75}" type="datetime1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68EAA-4377-45FF-9D7C-9E77BC9F2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7FA71-74C3-44B8-A0AC-E18A1E76B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020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71F12-2D88-4F76-AF46-BD5156C12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1AA46-E3EB-4704-B019-F90F1E6177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17480F-A530-4D05-9A22-E573FB4BA6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56FDA-C47A-4F4A-A364-BA60A25AB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6D8DD-6D84-44D4-8A1B-57615B3ED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8FE31-B577-4017-8AFE-A8BA09596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631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C28C9-B8CC-413F-9FFA-626680E4A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3FE72-9D42-45F5-A37F-B12130388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52600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E3A31D-9B5F-4DE3-B18D-F7F77782E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666999"/>
            <a:ext cx="5157787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BE1D2D-822C-466C-A7B9-1A2D97366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52600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F13B2C-44CA-49C4-BC84-02AF1638F3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66999"/>
            <a:ext cx="5183188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93CB55-E9C1-4CE6-9B61-81B71475B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12/29/2025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F22318-747B-4EC9-862C-D9FD488CC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FBDDDF-16BD-438D-937D-0E3E30E74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917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92D5F-0BD4-4517-9233-E08AF405B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3523B8-51E3-48B8-BFD8-CE9506198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12/29/2025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739B90-5D50-4424-B51D-53C391621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6F9286-3A00-4D3C-A3F0-50AC9045C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26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33BE2-665A-42DA-A3B7-835F81A3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12/29/2025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4DBCBD-AD42-432D-ABA9-20D616AF3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40251-3596-4673-B24B-59A6F9ED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100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A81A1-6D8E-4DD6-8E49-DABDE6D10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3F18F-F78D-4A31-A6BC-6552105BC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2C2F4-BDF4-4A4F-AA3D-52692932C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13850F-5C87-4F08-9658-EAF049B60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0BCE9A-A746-4439-B5D3-966FBC8E5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1D3B51-AA2E-4AA1-8062-A0D476D80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311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02CF7-F453-4B3E-9510-D74797987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E2A1B9-8A2A-4B49-8B79-76D3EEB36B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9FEA03-0EC4-4085-AE63-4AA492D61A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05AD5B-0DEA-4C6F-94D2-FAA99F2E5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C6744-7CBA-4A1D-8F87-10699F981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AD9048-35FF-4BE9-8157-BE4BAA1C7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963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ABDD2-E186-4F25-8FDE-D1E875E9C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18CC5B-A7E0-48B1-8329-6533AC76E7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05B1B-77FE-4BFC-BF87-87DA989F0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8531E-1B90-4631-BD37-4BB1DBFAB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A55E8-88DC-4280-8E04-FF50FF8ED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032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60633D-90E4-4F5A-9EBF-DDEC2B0B47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DD3065-FA3D-42C8-BFDA-967C87F4F2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C126F-38E2-4425-861F-98ED43228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645D8-F22A-4354-A8B3-96E8A2D23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E2295-A616-4D57-8800-7B7E213A8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949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1CB7E8AE-A3AC-4BB7-A5C6-F00EC697B265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984D45-0ED3-4D03-8E44-5E355C913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54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87D6E-D1E9-489C-9AA9-3575C39BA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49450"/>
            <a:ext cx="10515600" cy="4195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64E9C-08EE-4B1B-B3FC-D6D997F4EA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246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</a:lstStyle>
          <a:p>
            <a:fld id="{57E0CF6C-748E-4B7A-BC8B-3011EF78ED13}" type="datetime1">
              <a:rPr lang="en-US" smtClean="0"/>
              <a:pPr/>
              <a:t>12/29/2025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0A1F1-38FE-4C27-81E6-A43A54793F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246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6B39A-FFD8-42EF-ADC7-7DB3B302F8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246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2790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4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microsoft.com/office/2018/10/relationships/comments" Target="../comments/modernComment_109_CFA4152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DB559-247D-1A90-E0B0-82D5F6351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/>
              <a:t>INRODUCTION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CEE4F-7EBF-ABC8-14DD-6DDFEE320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gency FB" panose="020B0503020202020204" pitchFamily="34" charset="0"/>
              </a:rPr>
              <a:t>My company has come up with  innovative Stock Data Insights Platform that leverages  technology to deliver real-time, advanced analytics of the NSE stock market. Designed to empower investors, traders, and financial institutions, Enlighten provides intuitive tools for data exploration, trend monitoring, and portfolio management. With its user-friendly interface and robust analytical capabilities, our platform is geared to revolutionize decision-making and optimize financial strategies in the capital markets</a:t>
            </a:r>
            <a:endParaRPr lang="en-CA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9692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434AA-7129-4678-699F-7A7959BF7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CA">
                <a:latin typeface="Agency FB" panose="020B0503020202020204" pitchFamily="34" charset="0"/>
              </a:rPr>
              <a:t>Addressing Market Analysis Challenges</a:t>
            </a:r>
            <a:endParaRPr lang="en-CA" dirty="0">
              <a:latin typeface="Agency FB" panose="020B0503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F545A-02E1-CBC3-E269-F67926187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>
              <a:buFont typeface="Arial" panose="020B0604020202020204" pitchFamily="34" charset="0"/>
              <a:buChar char="•"/>
            </a:pPr>
            <a:r>
              <a:rPr lang="en-US" b="1" i="1" dirty="0">
                <a:effectLst/>
                <a:latin typeface="Agency FB" panose="020B0503020202020204" pitchFamily="34" charset="0"/>
              </a:rPr>
              <a:t>Challenges</a:t>
            </a:r>
            <a:r>
              <a:rPr lang="en-US" b="1" dirty="0">
                <a:effectLst/>
                <a:latin typeface="Agency FB" panose="020B0503020202020204" pitchFamily="34" charset="0"/>
              </a:rPr>
              <a:t>:</a:t>
            </a:r>
            <a:r>
              <a:rPr lang="en-US" dirty="0">
                <a:effectLst/>
                <a:latin typeface="Agency FB" panose="020B0503020202020204" pitchFamily="34" charset="0"/>
              </a:rPr>
              <a:t> Investors, traders, and financial institutions struggle with the vast data volumes of the stock market, making it difficult to discern meaningful trends, patterns, and opportunities.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b="1" i="1" dirty="0">
                <a:effectLst/>
                <a:latin typeface="Agency FB" panose="020B0503020202020204" pitchFamily="34" charset="0"/>
              </a:rPr>
              <a:t>Existing Solutions Limitations</a:t>
            </a:r>
            <a:r>
              <a:rPr lang="en-US" b="1" dirty="0">
                <a:effectLst/>
                <a:latin typeface="Agency FB" panose="020B0503020202020204" pitchFamily="34" charset="0"/>
              </a:rPr>
              <a:t>:</a:t>
            </a:r>
            <a:r>
              <a:rPr lang="en-US" dirty="0">
                <a:effectLst/>
                <a:latin typeface="Agency FB" panose="020B0503020202020204" pitchFamily="34" charset="0"/>
              </a:rPr>
              <a:t> Many available tools fail to offer the necessary depth, customization, and real-time capabilities, hindering effective decision-making in the rapidly changing market environment.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51269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E7836-CB13-7627-5934-133471869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gency FB" panose="020B0503020202020204" pitchFamily="34" charset="0"/>
              </a:rPr>
              <a:t>Goals of the Stock Data Insights Platform</a:t>
            </a:r>
            <a:endParaRPr lang="en-CA" dirty="0">
              <a:latin typeface="Agency FB" panose="020B0503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FF09C-DE66-AB0F-90E1-3A4F4B5502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rtl="0">
              <a:buFont typeface="Arial" panose="020B0604020202020204" pitchFamily="34" charset="0"/>
              <a:buChar char="•"/>
            </a:pPr>
            <a:r>
              <a:rPr lang="en-US" b="1" i="1" dirty="0">
                <a:effectLst/>
                <a:latin typeface="Agency FB" panose="020B0503020202020204" pitchFamily="34" charset="0"/>
              </a:rPr>
              <a:t>Advanced Analytics</a:t>
            </a:r>
            <a:r>
              <a:rPr lang="en-US" b="1" dirty="0">
                <a:effectLst/>
                <a:latin typeface="Agency FB" panose="020B0503020202020204" pitchFamily="34" charset="0"/>
              </a:rPr>
              <a:t>:</a:t>
            </a:r>
            <a:r>
              <a:rPr lang="en-US" dirty="0">
                <a:effectLst/>
                <a:latin typeface="Agency FB" panose="020B0503020202020204" pitchFamily="34" charset="0"/>
              </a:rPr>
              <a:t> Utilize </a:t>
            </a:r>
            <a:r>
              <a:rPr lang="en-US">
                <a:effectLst/>
                <a:latin typeface="Agency FB" panose="020B0503020202020204" pitchFamily="34" charset="0"/>
              </a:rPr>
              <a:t>Python libraries to </a:t>
            </a:r>
            <a:r>
              <a:rPr lang="en-US" dirty="0">
                <a:effectLst/>
                <a:latin typeface="Agency FB" panose="020B0503020202020204" pitchFamily="34" charset="0"/>
              </a:rPr>
              <a:t>provide deep insights into stock market data, enhancing analytical capabilities.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b="1" dirty="0">
                <a:effectLst/>
                <a:latin typeface="Agency FB" panose="020B0503020202020204" pitchFamily="34" charset="0"/>
              </a:rPr>
              <a:t>User-Friendly Interface:</a:t>
            </a:r>
            <a:r>
              <a:rPr lang="en-US" dirty="0">
                <a:effectLst/>
                <a:latin typeface="Agency FB" panose="020B0503020202020204" pitchFamily="34" charset="0"/>
              </a:rPr>
              <a:t> Feature an intuitive interface with robust visualization tools for straightforward data interpretation and analysis.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b="1" i="1" dirty="0">
                <a:effectLst/>
                <a:latin typeface="Agency FB" panose="020B0503020202020204" pitchFamily="34" charset="0"/>
              </a:rPr>
              <a:t>Real-Time Monitoring</a:t>
            </a:r>
            <a:r>
              <a:rPr lang="en-US" b="1" dirty="0">
                <a:effectLst/>
                <a:latin typeface="Agency FB" panose="020B0503020202020204" pitchFamily="34" charset="0"/>
              </a:rPr>
              <a:t>:</a:t>
            </a:r>
            <a:r>
              <a:rPr lang="en-US" dirty="0">
                <a:effectLst/>
                <a:latin typeface="Agency FB" panose="020B0503020202020204" pitchFamily="34" charset="0"/>
              </a:rPr>
              <a:t> Enable users to track market trends and changes as they happen, supporting agile decision-making.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b="1" i="1" dirty="0">
                <a:effectLst/>
                <a:latin typeface="Agency FB" panose="020B0503020202020204" pitchFamily="34" charset="0"/>
              </a:rPr>
              <a:t>Portfolio Optimization</a:t>
            </a:r>
            <a:r>
              <a:rPr lang="en-US" b="1" dirty="0">
                <a:effectLst/>
                <a:latin typeface="Agency FB" panose="020B0503020202020204" pitchFamily="34" charset="0"/>
              </a:rPr>
              <a:t>:</a:t>
            </a:r>
            <a:r>
              <a:rPr lang="en-US" dirty="0">
                <a:effectLst/>
                <a:latin typeface="Agency FB" panose="020B0503020202020204" pitchFamily="34" charset="0"/>
              </a:rPr>
              <a:t> Incorporate predictive analytics and risk management tools to aid in optimizing investment portfolios.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67991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8F93E-33B7-40BC-22B0-3E235939F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>
                <a:latin typeface="Agency FB" panose="020B0503020202020204" pitchFamily="34" charset="0"/>
              </a:rPr>
              <a:t>Who Stands to Gain?</a:t>
            </a:r>
          </a:p>
        </p:txBody>
      </p:sp>
      <p:pic>
        <p:nvPicPr>
          <p:cNvPr id="5" name="Content Placeholder 4" descr="Bar graph with upward trend outline">
            <a:extLst>
              <a:ext uri="{FF2B5EF4-FFF2-40B4-BE49-F238E27FC236}">
                <a16:creationId xmlns:a16="http://schemas.microsoft.com/office/drawing/2014/main" id="{22FDEC56-9D30-8683-A290-56383AA382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042704" y="652363"/>
            <a:ext cx="698339" cy="698339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44841D7-FA71-96A9-60C5-775F30CA59FE}"/>
              </a:ext>
            </a:extLst>
          </p:cNvPr>
          <p:cNvSpPr txBox="1"/>
          <p:nvPr/>
        </p:nvSpPr>
        <p:spPr>
          <a:xfrm>
            <a:off x="706057" y="2210765"/>
            <a:ext cx="1118114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Agency FB" panose="020B0503020202020204" pitchFamily="34" charset="0"/>
              </a:rPr>
              <a:t>Target audience: Financial analysts, traders, and individual as well as institutional investors.</a:t>
            </a:r>
            <a:br>
              <a:rPr lang="en-US" sz="2800" dirty="0">
                <a:solidFill>
                  <a:schemeClr val="bg1"/>
                </a:solidFill>
                <a:latin typeface="Agency FB" panose="020B0503020202020204" pitchFamily="34" charset="0"/>
              </a:rPr>
            </a:br>
            <a:r>
              <a:rPr lang="en-US" sz="2800" dirty="0">
                <a:solidFill>
                  <a:schemeClr val="bg1"/>
                </a:solidFill>
                <a:latin typeface="Agency FB" panose="020B0503020202020204" pitchFamily="34" charset="0"/>
              </a:rPr>
              <a:t>Needs Met: Perfect for people in need of sophisticated instruments for efficient data analysis and stock market exploitation.</a:t>
            </a:r>
            <a:endParaRPr lang="en-CA" sz="28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6573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A2981-0A59-A64D-30AE-4AAFB1054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gency FB" panose="020B0503020202020204" pitchFamily="34" charset="0"/>
              </a:rPr>
              <a:t>The Stock Data Insights Platform provides</a:t>
            </a:r>
            <a:endParaRPr lang="en-CA" dirty="0">
              <a:latin typeface="Agency FB" panose="020B0503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B6581-C307-6610-A49B-7D4BE2CE1C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gency FB" panose="020B0503020202020204" pitchFamily="34" charset="0"/>
              </a:rPr>
              <a:t> Cutting-edge analytics and insights driven by Spark technology, leveraging actual stock market data from the NSE.</a:t>
            </a:r>
          </a:p>
          <a:p>
            <a:r>
              <a:rPr lang="en-US" dirty="0">
                <a:latin typeface="Agency FB" panose="020B0503020202020204" pitchFamily="34" charset="0"/>
              </a:rPr>
              <a:t> Intuitive user interface equipped with interactive visualization tools for seamless data exploration and understanding.</a:t>
            </a:r>
          </a:p>
          <a:p>
            <a:r>
              <a:rPr lang="en-US" dirty="0">
                <a:latin typeface="Agency FB" panose="020B0503020202020204" pitchFamily="34" charset="0"/>
              </a:rPr>
              <a:t> Up-to-the-minute tracking of market trends and advancements to support prompt decision-making.</a:t>
            </a:r>
          </a:p>
          <a:p>
            <a:r>
              <a:rPr lang="en-US" dirty="0">
                <a:latin typeface="Agency FB" panose="020B0503020202020204" pitchFamily="34" charset="0"/>
              </a:rPr>
              <a:t> Enhanced portfolio management through predictive analytics, risk assessment, and tailor-made investment approaches.</a:t>
            </a:r>
            <a:endParaRPr lang="en-CA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8168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chart: Alternate Process 1">
            <a:extLst>
              <a:ext uri="{FF2B5EF4-FFF2-40B4-BE49-F238E27FC236}">
                <a16:creationId xmlns:a16="http://schemas.microsoft.com/office/drawing/2014/main" id="{1824710B-9C21-AD2A-B27C-D516B0F8B960}"/>
              </a:ext>
            </a:extLst>
          </p:cNvPr>
          <p:cNvSpPr/>
          <p:nvPr/>
        </p:nvSpPr>
        <p:spPr>
          <a:xfrm>
            <a:off x="206477" y="2846437"/>
            <a:ext cx="1258529" cy="894735"/>
          </a:xfrm>
          <a:prstGeom prst="flowChartAlternateProcess">
            <a:avLst/>
          </a:prstGeom>
          <a:solidFill>
            <a:srgbClr val="4A4157"/>
          </a:solidFill>
          <a:ln w="381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Flowchart: Data 2">
            <a:extLst>
              <a:ext uri="{FF2B5EF4-FFF2-40B4-BE49-F238E27FC236}">
                <a16:creationId xmlns:a16="http://schemas.microsoft.com/office/drawing/2014/main" id="{DD55DF6D-4C67-9E0C-CB8E-6C8587BF8443}"/>
              </a:ext>
            </a:extLst>
          </p:cNvPr>
          <p:cNvSpPr/>
          <p:nvPr/>
        </p:nvSpPr>
        <p:spPr>
          <a:xfrm>
            <a:off x="2389239" y="2846437"/>
            <a:ext cx="1641987" cy="894736"/>
          </a:xfrm>
          <a:prstGeom prst="flowChartInputOutput">
            <a:avLst/>
          </a:prstGeom>
          <a:solidFill>
            <a:srgbClr val="4A4157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0C155A41-9B27-AA56-9385-FCEDE96F2ED3}"/>
              </a:ext>
            </a:extLst>
          </p:cNvPr>
          <p:cNvSpPr/>
          <p:nvPr/>
        </p:nvSpPr>
        <p:spPr>
          <a:xfrm>
            <a:off x="4901381" y="1396181"/>
            <a:ext cx="1514168" cy="894735"/>
          </a:xfrm>
          <a:prstGeom prst="flowChartProcess">
            <a:avLst/>
          </a:prstGeom>
          <a:solidFill>
            <a:srgbClr val="4A4157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Flowchart: Decision 4">
            <a:extLst>
              <a:ext uri="{FF2B5EF4-FFF2-40B4-BE49-F238E27FC236}">
                <a16:creationId xmlns:a16="http://schemas.microsoft.com/office/drawing/2014/main" id="{3E6A688E-7328-7657-BBFE-BD3F6D7C7694}"/>
              </a:ext>
            </a:extLst>
          </p:cNvPr>
          <p:cNvSpPr/>
          <p:nvPr/>
        </p:nvSpPr>
        <p:spPr>
          <a:xfrm>
            <a:off x="5117692" y="3854246"/>
            <a:ext cx="1268361" cy="1268361"/>
          </a:xfrm>
          <a:prstGeom prst="flowChartDecision">
            <a:avLst/>
          </a:prstGeom>
          <a:solidFill>
            <a:srgbClr val="4A4157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1EC295F3-DF85-44DB-4A34-6EF7DAA77B7B}"/>
              </a:ext>
            </a:extLst>
          </p:cNvPr>
          <p:cNvSpPr/>
          <p:nvPr/>
        </p:nvSpPr>
        <p:spPr>
          <a:xfrm>
            <a:off x="7836309" y="2671917"/>
            <a:ext cx="1445341" cy="993058"/>
          </a:xfrm>
          <a:prstGeom prst="flowChartAlternateProcess">
            <a:avLst/>
          </a:prstGeom>
          <a:solidFill>
            <a:srgbClr val="4A4157"/>
          </a:solidFill>
          <a:ln w="381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Flowchart: Data 6">
            <a:extLst>
              <a:ext uri="{FF2B5EF4-FFF2-40B4-BE49-F238E27FC236}">
                <a16:creationId xmlns:a16="http://schemas.microsoft.com/office/drawing/2014/main" id="{4F77DD34-BBB9-EF62-4394-72D17836C428}"/>
              </a:ext>
            </a:extLst>
          </p:cNvPr>
          <p:cNvSpPr/>
          <p:nvPr/>
        </p:nvSpPr>
        <p:spPr>
          <a:xfrm>
            <a:off x="10264877" y="2630131"/>
            <a:ext cx="1740310" cy="1076631"/>
          </a:xfrm>
          <a:prstGeom prst="flowChartInputOutput">
            <a:avLst/>
          </a:prstGeom>
          <a:solidFill>
            <a:srgbClr val="4A4157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3122324-FA16-6865-C26E-55E7C73448C0}"/>
              </a:ext>
            </a:extLst>
          </p:cNvPr>
          <p:cNvCxnSpPr>
            <a:stCxn id="2" idx="3"/>
            <a:endCxn id="3" idx="2"/>
          </p:cNvCxnSpPr>
          <p:nvPr/>
        </p:nvCxnSpPr>
        <p:spPr>
          <a:xfrm>
            <a:off x="1465006" y="3293805"/>
            <a:ext cx="1088432" cy="0"/>
          </a:xfrm>
          <a:prstGeom prst="straightConnector1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19D5FDE-00B9-5000-7507-D3E357644FFE}"/>
              </a:ext>
            </a:extLst>
          </p:cNvPr>
          <p:cNvCxnSpPr>
            <a:stCxn id="3" idx="5"/>
          </p:cNvCxnSpPr>
          <p:nvPr/>
        </p:nvCxnSpPr>
        <p:spPr>
          <a:xfrm flipV="1">
            <a:off x="3867027" y="3293804"/>
            <a:ext cx="655812" cy="1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1D106FF-E337-A7AF-1D69-CF72F9865380}"/>
              </a:ext>
            </a:extLst>
          </p:cNvPr>
          <p:cNvCxnSpPr/>
          <p:nvPr/>
        </p:nvCxnSpPr>
        <p:spPr>
          <a:xfrm flipV="1">
            <a:off x="4493342" y="1843548"/>
            <a:ext cx="0" cy="1450256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531F167-797E-BA79-70CC-2837C25596BA}"/>
              </a:ext>
            </a:extLst>
          </p:cNvPr>
          <p:cNvCxnSpPr>
            <a:cxnSpLocks/>
          </p:cNvCxnSpPr>
          <p:nvPr/>
        </p:nvCxnSpPr>
        <p:spPr>
          <a:xfrm>
            <a:off x="7093973" y="1838630"/>
            <a:ext cx="44246" cy="264979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7E2C5F3-FD04-57E3-784C-40D9EABC2C45}"/>
              </a:ext>
            </a:extLst>
          </p:cNvPr>
          <p:cNvCxnSpPr>
            <a:cxnSpLocks/>
            <a:stCxn id="6" idx="3"/>
            <a:endCxn id="7" idx="2"/>
          </p:cNvCxnSpPr>
          <p:nvPr/>
        </p:nvCxnSpPr>
        <p:spPr>
          <a:xfrm>
            <a:off x="9281650" y="3168446"/>
            <a:ext cx="1157258" cy="1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C1F8BB5-23C6-2118-1106-3A3659587EAA}"/>
              </a:ext>
            </a:extLst>
          </p:cNvPr>
          <p:cNvCxnSpPr>
            <a:cxnSpLocks/>
          </p:cNvCxnSpPr>
          <p:nvPr/>
        </p:nvCxnSpPr>
        <p:spPr>
          <a:xfrm>
            <a:off x="4493342" y="3323305"/>
            <a:ext cx="29497" cy="1165122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A8579DD-7EC9-E600-B2C6-C5D9D865BC20}"/>
              </a:ext>
            </a:extLst>
          </p:cNvPr>
          <p:cNvCxnSpPr>
            <a:cxnSpLocks/>
          </p:cNvCxnSpPr>
          <p:nvPr/>
        </p:nvCxnSpPr>
        <p:spPr>
          <a:xfrm>
            <a:off x="4522839" y="1858297"/>
            <a:ext cx="403123" cy="0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2BCD6E9-0514-E827-9A7D-85FC84328F94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4493342" y="4488426"/>
            <a:ext cx="624350" cy="1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FE13253-3733-9E12-4988-4022EEE9A742}"/>
              </a:ext>
            </a:extLst>
          </p:cNvPr>
          <p:cNvCxnSpPr>
            <a:cxnSpLocks/>
          </p:cNvCxnSpPr>
          <p:nvPr/>
        </p:nvCxnSpPr>
        <p:spPr>
          <a:xfrm>
            <a:off x="7145595" y="3163528"/>
            <a:ext cx="679662" cy="4919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F958FEA-4D6C-1137-B373-064EA3F2906F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6386053" y="4488427"/>
            <a:ext cx="769372" cy="0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E775793-D5AC-98BD-794D-53274C4FF57D}"/>
              </a:ext>
            </a:extLst>
          </p:cNvPr>
          <p:cNvCxnSpPr>
            <a:cxnSpLocks/>
          </p:cNvCxnSpPr>
          <p:nvPr/>
        </p:nvCxnSpPr>
        <p:spPr>
          <a:xfrm>
            <a:off x="6425383" y="1838630"/>
            <a:ext cx="680879" cy="19667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32CE001A-F684-8BA4-62C6-69F6391FA4F1}"/>
              </a:ext>
            </a:extLst>
          </p:cNvPr>
          <p:cNvSpPr txBox="1"/>
          <p:nvPr/>
        </p:nvSpPr>
        <p:spPr>
          <a:xfrm>
            <a:off x="297674" y="2970638"/>
            <a:ext cx="13003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STOCK DATASET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A764C62-0ED0-9E6A-A87F-263A04EBB02D}"/>
              </a:ext>
            </a:extLst>
          </p:cNvPr>
          <p:cNvSpPr txBox="1"/>
          <p:nvPr/>
        </p:nvSpPr>
        <p:spPr>
          <a:xfrm>
            <a:off x="2522221" y="2962102"/>
            <a:ext cx="13003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solidFill>
                  <a:schemeClr val="bg1"/>
                </a:solidFill>
              </a:rPr>
              <a:t>DATA LOADING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46F38AC-E9E5-D045-3AD5-E85FD05AC433}"/>
              </a:ext>
            </a:extLst>
          </p:cNvPr>
          <p:cNvSpPr txBox="1"/>
          <p:nvPr/>
        </p:nvSpPr>
        <p:spPr>
          <a:xfrm>
            <a:off x="4994788" y="1515464"/>
            <a:ext cx="1514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CLEANING IN PYTHON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F72BB54-0E6D-D1B4-8349-FD2CB5C40A0A}"/>
              </a:ext>
            </a:extLst>
          </p:cNvPr>
          <p:cNvSpPr txBox="1"/>
          <p:nvPr/>
        </p:nvSpPr>
        <p:spPr>
          <a:xfrm>
            <a:off x="5451985" y="4341621"/>
            <a:ext cx="943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EDA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9943D8A-3F29-592A-07F2-065F11FD2ED0}"/>
              </a:ext>
            </a:extLst>
          </p:cNvPr>
          <p:cNvSpPr txBox="1"/>
          <p:nvPr/>
        </p:nvSpPr>
        <p:spPr>
          <a:xfrm>
            <a:off x="7943245" y="2826912"/>
            <a:ext cx="1258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solidFill>
                  <a:schemeClr val="bg1"/>
                </a:solidFill>
              </a:rPr>
              <a:t>MODEL </a:t>
            </a:r>
          </a:p>
          <a:p>
            <a:pPr algn="ctr"/>
            <a:r>
              <a:rPr lang="en-CA" dirty="0">
                <a:solidFill>
                  <a:schemeClr val="bg1"/>
                </a:solidFill>
              </a:rPr>
              <a:t>TRAINING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32FD83E-891B-6897-C490-A63F542E3BC6}"/>
              </a:ext>
            </a:extLst>
          </p:cNvPr>
          <p:cNvSpPr txBox="1"/>
          <p:nvPr/>
        </p:nvSpPr>
        <p:spPr>
          <a:xfrm>
            <a:off x="10264877" y="2821993"/>
            <a:ext cx="17403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solidFill>
                  <a:schemeClr val="bg1"/>
                </a:solidFill>
              </a:rPr>
              <a:t>LOADING INTO API</a:t>
            </a:r>
          </a:p>
        </p:txBody>
      </p:sp>
    </p:spTree>
    <p:extLst>
      <p:ext uri="{BB962C8B-B14F-4D97-AF65-F5344CB8AC3E}">
        <p14:creationId xmlns:p14="http://schemas.microsoft.com/office/powerpoint/2010/main" val="4003986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5FFD2-544B-AB77-8556-B65481F3E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INSIGHT  OF  THE  CODE</a:t>
            </a:r>
          </a:p>
        </p:txBody>
      </p:sp>
      <p:pic>
        <p:nvPicPr>
          <p:cNvPr id="5" name="Content Placeholder 4" descr="A computer screen shot of a program code&#10;&#10;Description automatically generated">
            <a:extLst>
              <a:ext uri="{FF2B5EF4-FFF2-40B4-BE49-F238E27FC236}">
                <a16:creationId xmlns:a16="http://schemas.microsoft.com/office/drawing/2014/main" id="{EECA0C10-7DDF-52BB-EE3D-B3DDD9F4E2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730" y="1583942"/>
            <a:ext cx="5433270" cy="2570864"/>
          </a:xfr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39EA84F4-45A4-0508-ABA3-C4C2B0C5975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969" b="2099"/>
          <a:stretch/>
        </p:blipFill>
        <p:spPr>
          <a:xfrm>
            <a:off x="6400800" y="1583942"/>
            <a:ext cx="5433270" cy="4562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847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B1F5F48A-BCDB-24BE-AB02-B973AF815A1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25"/>
          <a:stretch/>
        </p:blipFill>
        <p:spPr>
          <a:xfrm>
            <a:off x="395371" y="544985"/>
            <a:ext cx="4768469" cy="2605587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4BDCD00-BA97-40D8-93CD-0A9CA931BE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02080" y="3429000"/>
            <a:ext cx="2636520" cy="0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23DD8305-1B03-67EA-2394-690F7F0121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487" y="3666400"/>
            <a:ext cx="4890353" cy="2763048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D631E40-F51C-4828-B23B-DF9035132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11B8D54E-1C1A-E4BA-AE85-4E331D116CF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13" b="1972"/>
          <a:stretch/>
        </p:blipFill>
        <p:spPr>
          <a:xfrm>
            <a:off x="5718983" y="1940172"/>
            <a:ext cx="6184580" cy="297765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1CE6BB0-DE21-BC98-C96E-A61CB02D1734}"/>
              </a:ext>
            </a:extLst>
          </p:cNvPr>
          <p:cNvSpPr txBox="1"/>
          <p:nvPr/>
        </p:nvSpPr>
        <p:spPr>
          <a:xfrm>
            <a:off x="7374525" y="544985"/>
            <a:ext cx="3071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>
                <a:solidFill>
                  <a:schemeClr val="bg1"/>
                </a:solidFill>
                <a:latin typeface="Agency FB" panose="020B0503020202020204" pitchFamily="34" charset="0"/>
              </a:rPr>
              <a:t>OUTPUT OF  CODE</a:t>
            </a:r>
          </a:p>
        </p:txBody>
      </p:sp>
    </p:spTree>
    <p:extLst>
      <p:ext uri="{BB962C8B-B14F-4D97-AF65-F5344CB8AC3E}">
        <p14:creationId xmlns:p14="http://schemas.microsoft.com/office/powerpoint/2010/main" val="348363702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CB7E8AE-A3AC-4BB7-A5C6-F00EC697B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E61FBD7-E37C-4B38-BE44-A6D4978D7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4F8020C-60BB-4357-8207-13221A99A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92BFCFE-FD78-4EDF-BEFE-CC444DC5F3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A02D46F-C48E-4461-A19B-D244194F5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61" y="0"/>
            <a:ext cx="12191999" cy="6858000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AA6453C-5851-46D8-A790-031DA34DB8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3457" y="739600"/>
            <a:ext cx="10768226" cy="53909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F08B78-72B7-8A07-9969-E8C8A83179EA}"/>
              </a:ext>
            </a:extLst>
          </p:cNvPr>
          <p:cNvSpPr txBox="1"/>
          <p:nvPr/>
        </p:nvSpPr>
        <p:spPr>
          <a:xfrm>
            <a:off x="5638800" y="1066800"/>
            <a:ext cx="5367527" cy="28335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400" b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DATA VISUALIZATION - TABLAUE</a:t>
            </a:r>
          </a:p>
        </p:txBody>
      </p:sp>
      <p:pic>
        <p:nvPicPr>
          <p:cNvPr id="6" name="Graphic 5" descr="Bar chart">
            <a:extLst>
              <a:ext uri="{FF2B5EF4-FFF2-40B4-BE49-F238E27FC236}">
                <a16:creationId xmlns:a16="http://schemas.microsoft.com/office/drawing/2014/main" id="{1E35DD02-C2B8-BB80-0FCF-949E903F8A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6800" y="1360539"/>
            <a:ext cx="4209625" cy="420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863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FDDF72-DE39-4F99-A3C1-DD9D7815D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4ECE80-3AD1-450C-B62A-98788F1939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3" name="Picture 2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866A3C22-2EA1-CA8F-EC8A-A1995E70ECF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" r="1" b="1"/>
          <a:stretch/>
        </p:blipFill>
        <p:spPr>
          <a:xfrm>
            <a:off x="-2988" y="10"/>
            <a:ext cx="12188952" cy="6856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5368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0FD6F-51A8-34DD-16D7-5478DECA2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900" dirty="0">
                <a:latin typeface="Agency FB" panose="020B0503020202020204" pitchFamily="34" charset="0"/>
              </a:rPr>
              <a:t>Improving Market Understanding using Our Platform</a:t>
            </a:r>
            <a:br>
              <a:rPr lang="en-US" dirty="0"/>
            </a:b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78D0B-9914-0D8B-016C-537274E240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Agency FB" panose="020B0503020202020204" pitchFamily="34" charset="0"/>
              </a:rPr>
              <a:t>Tailored Analytics: Instead of using conventional models like Spark, our platform makes use of Python's powerful features to analyze data accurately and scalability.</a:t>
            </a:r>
            <a:br>
              <a:rPr lang="en-US" dirty="0">
                <a:latin typeface="Agency FB" panose="020B0503020202020204" pitchFamily="34" charset="0"/>
              </a:rPr>
            </a:br>
            <a:r>
              <a:rPr lang="en-US" dirty="0">
                <a:latin typeface="Agency FB" panose="020B0503020202020204" pitchFamily="34" charset="0"/>
              </a:rPr>
              <a:t>Interactive Experience: To provide all users with clear and useful insights, we combine cutting-edge visualization and real-time interaction technology.</a:t>
            </a:r>
            <a:br>
              <a:rPr lang="en-US" dirty="0">
                <a:latin typeface="Agency FB" panose="020B0503020202020204" pitchFamily="34" charset="0"/>
              </a:rPr>
            </a:br>
            <a:r>
              <a:rPr lang="en-US" dirty="0">
                <a:latin typeface="Agency FB" panose="020B0503020202020204" pitchFamily="34" charset="0"/>
              </a:rPr>
              <a:t>Proactive Monitoring: Our platform's real-time features allow for the proactive management of investment strategies, allowing us to remain ahead of market fluctuations.</a:t>
            </a:r>
            <a:br>
              <a:rPr lang="en-US" dirty="0">
                <a:latin typeface="Agency FB" panose="020B0503020202020204" pitchFamily="34" charset="0"/>
              </a:rPr>
            </a:br>
            <a:r>
              <a:rPr lang="en-US" dirty="0">
                <a:latin typeface="Agency FB" panose="020B0503020202020204" pitchFamily="34" charset="0"/>
              </a:rPr>
              <a:t>Strategic Benefits: Enlighten is made to enable customers to take advantage of market fluctuations and convert insights into profitable choices.</a:t>
            </a:r>
            <a:endParaRPr lang="en-CA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20833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CB7E8AE-A3AC-4BB7-A5C6-F00EC697B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E61FBD7-E37C-4B38-BE44-A6D4978D7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4F8020C-60BB-4357-8207-13221A99A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92BFCFE-FD78-4EDF-BEFE-CC444DC5F3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A02D46F-C48E-4461-A19B-D244194F5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61" y="0"/>
            <a:ext cx="12191999" cy="6858000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AA6453C-5851-46D8-A790-031DA34DB8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3457" y="739600"/>
            <a:ext cx="10768226" cy="53909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34680A-7970-30CA-D471-E65B4E910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0" y="1066800"/>
            <a:ext cx="5367527" cy="28335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THANK YOU</a:t>
            </a:r>
          </a:p>
        </p:txBody>
      </p:sp>
      <p:pic>
        <p:nvPicPr>
          <p:cNvPr id="6" name="Graphic 5" descr="Handshake">
            <a:extLst>
              <a:ext uri="{FF2B5EF4-FFF2-40B4-BE49-F238E27FC236}">
                <a16:creationId xmlns:a16="http://schemas.microsoft.com/office/drawing/2014/main" id="{346F0872-6325-5699-ADF3-743464569A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6800" y="1360539"/>
            <a:ext cx="4209625" cy="420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032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BlockprintVTI">
  <a:themeElements>
    <a:clrScheme name="AnalogousFromRegularSeed_2SEEDS">
      <a:dk1>
        <a:srgbClr val="000000"/>
      </a:dk1>
      <a:lt1>
        <a:srgbClr val="FFFFFF"/>
      </a:lt1>
      <a:dk2>
        <a:srgbClr val="23323E"/>
      </a:dk2>
      <a:lt2>
        <a:srgbClr val="E8E3E2"/>
      </a:lt2>
      <a:accent1>
        <a:srgbClr val="3B94B1"/>
      </a:accent1>
      <a:accent2>
        <a:srgbClr val="46B4A1"/>
      </a:accent2>
      <a:accent3>
        <a:srgbClr val="4D74C3"/>
      </a:accent3>
      <a:accent4>
        <a:srgbClr val="B13B58"/>
      </a:accent4>
      <a:accent5>
        <a:srgbClr val="C3604D"/>
      </a:accent5>
      <a:accent6>
        <a:srgbClr val="B1803B"/>
      </a:accent6>
      <a:hlink>
        <a:srgbClr val="BF5F3F"/>
      </a:hlink>
      <a:folHlink>
        <a:srgbClr val="7F7F7F"/>
      </a:folHlink>
    </a:clrScheme>
    <a:fontScheme name="Custom 56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printVTI" id="{AA8C8908-6BA4-477C-AEA4-CB6C32A1FE3B}" vid="{36392749-7C1D-4938-93BB-440CD2A1B0A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467</Words>
  <Application>Microsoft Office PowerPoint</Application>
  <PresentationFormat>Widescreen</PresentationFormat>
  <Paragraphs>30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Agency FB</vt:lpstr>
      <vt:lpstr>Arial</vt:lpstr>
      <vt:lpstr>Avenir Next LT Pro</vt:lpstr>
      <vt:lpstr>AvenirNext LT Pro Medium</vt:lpstr>
      <vt:lpstr>BlockprintVTI</vt:lpstr>
      <vt:lpstr>INRODUCTION</vt:lpstr>
      <vt:lpstr>Addressing Market Analysis Challenges</vt:lpstr>
      <vt:lpstr>Goals of the Stock Data Insights Platform</vt:lpstr>
      <vt:lpstr>Who Stands to Gain?</vt:lpstr>
      <vt:lpstr>The Stock Data Insights Platform provides</vt:lpstr>
      <vt:lpstr>PowerPoint Presentation</vt:lpstr>
      <vt:lpstr>INSIGHT  OF  THE  CODE</vt:lpstr>
      <vt:lpstr>PowerPoint Presentation</vt:lpstr>
      <vt:lpstr>PowerPoint Presentation</vt:lpstr>
      <vt:lpstr>PowerPoint Presentation</vt:lpstr>
      <vt:lpstr>Improving Market Understanding using Our Platform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Capital Markets Consulting Company</dc:title>
  <dc:creator>John Hanok</dc:creator>
  <cp:lastModifiedBy>Akshay Thakare</cp:lastModifiedBy>
  <cp:revision>3</cp:revision>
  <dcterms:created xsi:type="dcterms:W3CDTF">2024-04-14T19:04:55Z</dcterms:created>
  <dcterms:modified xsi:type="dcterms:W3CDTF">2025-12-30T01:24:34Z</dcterms:modified>
</cp:coreProperties>
</file>